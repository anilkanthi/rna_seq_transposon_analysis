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43"/>
  </p:normalViewPr>
  <p:slideViewPr>
    <p:cSldViewPr snapToGrid="0" snapToObjects="1">
      <p:cViewPr varScale="1">
        <p:scale>
          <a:sx n="121" d="100"/>
          <a:sy n="121" d="100"/>
        </p:scale>
        <p:origin x="2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12132-88A2-D748-8963-832BD9AFD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A949C-66D5-CF43-8D9C-A707453BF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04503-E579-9744-A843-5019E19EC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97363-3421-E04D-A338-AE694D8540F6}" type="datetimeFigureOut">
              <a:rPr lang="en-US" smtClean="0"/>
              <a:t>3/31/20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97DC7-3132-3745-BDAB-B4D9B9E4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4BD94-C764-C443-8A84-D7E5FB5E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4185-B7CB-8148-A129-A4D26291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3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B75CC-F19F-C847-984B-8539214CF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F7E70-2F19-1A4D-A65D-542E6832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34607-9301-3842-9E6F-780BFBFAF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97363-3421-E04D-A338-AE694D8540F6}" type="datetimeFigureOut">
              <a:rPr lang="en-US" smtClean="0"/>
              <a:t>3/31/20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6D00B-0EDD-FF42-ADFD-84B318AA4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E5D05-8739-934B-9CCC-864F85071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4185-B7CB-8148-A129-A4D26291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0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6CA0-46C8-C14E-93A8-7E8ADC6F0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70934-FA45-3742-A47E-8422FE35C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56A0-6F49-C945-9D0B-FCF765982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97363-3421-E04D-A338-AE694D8540F6}" type="datetimeFigureOut">
              <a:rPr lang="en-US" smtClean="0"/>
              <a:t>3/31/20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05A5A-FAF4-FD4E-91DF-9CF5994F7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88A19-A299-7341-A62F-15134ADD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4185-B7CB-8148-A129-A4D26291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272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3BA9E-D23A-A645-B502-9B9515826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25B03-A202-664D-8067-3C9ACCEFC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5AA45-4166-6745-9BBB-DCCB4CA3B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B7CF2-D859-884E-A5D2-51607E6A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97363-3421-E04D-A338-AE694D8540F6}" type="datetimeFigureOut">
              <a:rPr lang="en-US" smtClean="0"/>
              <a:t>3/31/20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D7B67-DBE9-6C45-863B-AFB77D4BD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28D39-AA69-CE4C-AE92-2C67CD953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4185-B7CB-8148-A129-A4D26291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29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9652C-D6BF-C749-B172-449C03CAD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ACDF6-C768-BE4E-A62E-93F903AC8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C48C64-0884-914C-A36F-AAE886482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504774-6E97-4B47-9051-824EFDDA1A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DC055B-FEF4-8F49-AE16-C2FEFF5305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A2334F-A7ED-9745-8756-41B5EBEA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97363-3421-E04D-A338-AE694D8540F6}" type="datetimeFigureOut">
              <a:rPr lang="en-US" smtClean="0"/>
              <a:t>3/31/20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4F40FE-5E9A-614C-935C-19A4F4EA7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4C8628-66E3-9E41-BEE4-054F7ADFF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4185-B7CB-8148-A129-A4D26291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8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67190-2AA8-D34C-87E2-CDC5AD4ED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07305-2BF1-E244-93E9-931796F8B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97363-3421-E04D-A338-AE694D8540F6}" type="datetimeFigureOut">
              <a:rPr lang="en-US" smtClean="0"/>
              <a:t>3/31/20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5539C8-10DA-A047-ADFB-664956546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A932BE-334F-6E44-815D-B659993F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4185-B7CB-8148-A129-A4D26291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200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E9B5B-47D2-0F48-B997-01E3BE04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97363-3421-E04D-A338-AE694D8540F6}" type="datetimeFigureOut">
              <a:rPr lang="en-US" smtClean="0"/>
              <a:t>3/31/20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B83D6-D96D-9D40-B091-E6860F80B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CE05F-ED02-4B4C-BCE8-A8FD693D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4185-B7CB-8148-A129-A4D26291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99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4897C-C641-3E43-8BB8-FAAF1987D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E8504-24FE-344F-8BDA-CDE5115CF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CBF6E9-FE9C-F542-9518-890DF6DA6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49456-D017-8145-A06D-B0C439A29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97363-3421-E04D-A338-AE694D8540F6}" type="datetimeFigureOut">
              <a:rPr lang="en-US" smtClean="0"/>
              <a:t>3/31/20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22955-769C-A346-8D85-40A7614A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D8457-2A42-9146-B4A2-420AA59A7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4185-B7CB-8148-A129-A4D26291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84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6615-86CD-E54E-8883-D702D8D7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AA3BEA-6BCE-EA4A-AA72-D20639EC6F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6CEE1-21CE-AC4F-A3B3-CB73C1C8B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71F92-D8EB-F34D-BEC3-D3CE37B6D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97363-3421-E04D-A338-AE694D8540F6}" type="datetimeFigureOut">
              <a:rPr lang="en-US" smtClean="0"/>
              <a:t>3/31/20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3FB6A-F4CB-5646-836F-1DACC15C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26E19-2188-0E4D-B945-1DE16345D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4185-B7CB-8148-A129-A4D26291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418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EDFE-C915-3246-B9A2-77D526BA3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0A36F5-2249-534A-AFFE-00C918537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735BA-FBC5-054D-850D-370D9624A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97363-3421-E04D-A338-AE694D8540F6}" type="datetimeFigureOut">
              <a:rPr lang="en-US" smtClean="0"/>
              <a:t>3/31/20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6B23B-C7F5-A341-8344-E2E78EE1F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47588-9A8B-B347-9CBA-21BDD410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4185-B7CB-8148-A129-A4D26291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41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F76703-A9E0-C04F-AE92-570F902268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56E95-A3FF-9349-8696-B6ED662CB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95AC0-03DA-C047-AC63-493C399C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97363-3421-E04D-A338-AE694D8540F6}" type="datetimeFigureOut">
              <a:rPr lang="en-US" smtClean="0"/>
              <a:t>3/31/20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28F3A-D487-9344-B7DA-72E84A286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80895-64F8-4C49-8C5C-682EB5AAE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24185-B7CB-8148-A129-A4D26291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47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22A73D-41AF-6747-AF11-04F6AB676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4AAB48-4235-D641-B67C-05FAE7BB4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C94AB-EEA1-BB40-A3F1-32C716A379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97363-3421-E04D-A338-AE694D8540F6}" type="datetimeFigureOut">
              <a:rPr lang="en-US" smtClean="0"/>
              <a:t>3/31/20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1B4AE-6922-A241-95C7-19AACB7A0B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96864-02D5-7D41-BB0D-76D21B348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24185-B7CB-8148-A129-A4D26291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2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FBDAF6-7E4F-4748-9749-8B77A8937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143000"/>
            <a:ext cx="73152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61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3CA48B-C6BC-B445-A542-3DB59A867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143000"/>
            <a:ext cx="73152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02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</cp:revision>
  <dcterms:created xsi:type="dcterms:W3CDTF">2020-04-01T01:21:50Z</dcterms:created>
  <dcterms:modified xsi:type="dcterms:W3CDTF">2020-04-01T01:34:53Z</dcterms:modified>
</cp:coreProperties>
</file>